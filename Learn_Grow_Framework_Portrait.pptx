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4"/>
  </p:sldMasterIdLst>
  <p:notesMasterIdLst>
    <p:notesMasterId r:id="rId7"/>
  </p:notesMasterIdLst>
  <p:handoutMasterIdLst>
    <p:handoutMasterId r:id="rId8"/>
  </p:handoutMasterIdLst>
  <p:sldIdLst>
    <p:sldId id="260" r:id="rId5"/>
    <p:sldId id="2147479455" r:id="rId6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CC4B714-CF09-1D4F-8557-026836CAAC25}">
          <p14:sldIdLst>
            <p14:sldId id="260"/>
            <p14:sldId id="21474794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lbach, Chris (Cognizant)" initials="AC(" lastIdx="3" clrIdx="0">
    <p:extLst>
      <p:ext uri="{19B8F6BF-5375-455C-9EA6-DF929625EA0E}">
        <p15:presenceInfo xmlns:p15="http://schemas.microsoft.com/office/powerpoint/2012/main" userId="S-1-5-21-1178368992-402679808-390482200-2418934" providerId="AD"/>
      </p:ext>
    </p:extLst>
  </p:cmAuthor>
  <p:cmAuthor id="2" name="Holsinger, Sophie (Contractor)" initials="HS(" lastIdx="2" clrIdx="1">
    <p:extLst>
      <p:ext uri="{19B8F6BF-5375-455C-9EA6-DF929625EA0E}">
        <p15:presenceInfo xmlns:p15="http://schemas.microsoft.com/office/powerpoint/2012/main" userId="S::745207@cognizant.com::be76981d-d1d7-4226-a9d6-fb7fa2b102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63"/>
    <a:srgbClr val="0A0C40"/>
    <a:srgbClr val="D9D9D9"/>
    <a:srgbClr val="00075F"/>
    <a:srgbClr val="328DFF"/>
    <a:srgbClr val="00065E"/>
    <a:srgbClr val="050E48"/>
    <a:srgbClr val="221181"/>
    <a:srgbClr val="020B51"/>
    <a:srgbClr val="0211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401C1B-21F8-4B91-844E-95B5DBAFA59F}" v="1" dt="2026-09-28T10:13:04.547"/>
  </p1510:revLst>
</p1510:revInfo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93447" autoAdjust="0"/>
  </p:normalViewPr>
  <p:slideViewPr>
    <p:cSldViewPr snapToGrid="0">
      <p:cViewPr>
        <p:scale>
          <a:sx n="125" d="100"/>
          <a:sy n="125" d="100"/>
        </p:scale>
        <p:origin x="28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, Nandakumar (Cognizant)" userId="3eb9e700-5cc2-4cec-87d0-86ca28b48bc6" providerId="ADAL" clId="{C80F53EF-3E6E-4B19-8F53-60A33FFBED96}"/>
    <pc:docChg chg="addSld modSld">
      <pc:chgData name="P, Nandakumar (Cognizant)" userId="3eb9e700-5cc2-4cec-87d0-86ca28b48bc6" providerId="ADAL" clId="{C80F53EF-3E6E-4B19-8F53-60A33FFBED96}" dt="2026-09-28T10:13:04.543" v="0"/>
      <pc:docMkLst>
        <pc:docMk/>
      </pc:docMkLst>
      <pc:sldChg chg="add">
        <pc:chgData name="P, Nandakumar (Cognizant)" userId="3eb9e700-5cc2-4cec-87d0-86ca28b48bc6" providerId="ADAL" clId="{C80F53EF-3E6E-4B19-8F53-60A33FFBED96}" dt="2026-09-28T10:13:04.543" v="0"/>
        <pc:sldMkLst>
          <pc:docMk/>
          <pc:sldMk cId="2292605098" sldId="21474794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rial Regular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5504ED-601C-9F41-A2BB-A84CD9D575D8}" type="datetimeFigureOut">
              <a:rPr lang="en-US" smtClean="0">
                <a:latin typeface="Arial Regular"/>
              </a:rPr>
              <a:t>9/28/2026</a:t>
            </a:fld>
            <a:endParaRPr lang="en-US">
              <a:latin typeface="Arial Regular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185347-B0FD-EF4B-941B-A92CF753AB4E}" type="slidenum">
              <a:rPr lang="en-US" smtClean="0">
                <a:latin typeface="Arial Regular"/>
              </a:rPr>
              <a:t>‹#›</a:t>
            </a:fld>
            <a:endParaRPr lang="en-US">
              <a:latin typeface="Arial Regular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A924CA-71C7-9A1F-FB4E-44B9DCBC29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6834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 Regular"/>
              </a:defRPr>
            </a:lvl1pPr>
          </a:lstStyle>
          <a:p>
            <a:fld id="{C4499A69-9E3B-7C4C-9E3F-523F007A72CB}" type="datetimeFigureOut">
              <a:rPr lang="en-US" smtClean="0"/>
              <a:pPr/>
              <a:t>9/28/2026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463800" y="685800"/>
            <a:ext cx="1930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 Regular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 Regular"/>
              </a:defRPr>
            </a:lvl1pPr>
          </a:lstStyle>
          <a:p>
            <a:fld id="{B02D6E04-3A2F-4B48-A297-666578EDF1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140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1pPr>
    <a:lvl2pPr marL="4572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2pPr>
    <a:lvl3pPr marL="9144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3pPr>
    <a:lvl4pPr marL="13716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4pPr>
    <a:lvl5pPr marL="1828800" algn="l" defTabSz="457200" rtl="0" eaLnBrk="1" latinLnBrk="0" hangingPunct="1">
      <a:defRPr sz="1200" b="0" i="0" kern="1200">
        <a:solidFill>
          <a:schemeClr val="tx1"/>
        </a:solidFill>
        <a:latin typeface="Arial Regular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C2C31-2E60-4336-32E6-931EBE7D10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4C355E-256B-95D0-F5C6-48B6866A3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463800" y="685800"/>
            <a:ext cx="19304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97E680-4417-5121-B9F6-3615D8903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Learning solution approach  built a KBC Learning Ecosystem by blending the ease of learning and achieving our goal by making the associates adaptable to the new environment faster and be productive.</a:t>
            </a:r>
          </a:p>
          <a:p>
            <a:r>
              <a:rPr lang="en-US" dirty="0"/>
              <a:t>0 – 30 days  goal is set to be productive with hands on experience in the customer environment(able to deliver to the customer tasks with the help of shadow support (Platform KBC Portal)</a:t>
            </a:r>
          </a:p>
          <a:p>
            <a:r>
              <a:rPr lang="en-US" dirty="0"/>
              <a:t>30 – 60 days objective is to understand the communities. (such as technical, domain, process, AI, </a:t>
            </a:r>
            <a:r>
              <a:rPr lang="en-US" dirty="0" err="1"/>
              <a:t>etc</a:t>
            </a:r>
            <a:r>
              <a:rPr lang="en-US" dirty="0"/>
              <a:t>). Leveraging KBC communities for their support and slowly reducing the shadow support. Preparing for the System Demo in PI planning (soft skills)</a:t>
            </a:r>
          </a:p>
          <a:p>
            <a:r>
              <a:rPr lang="en-US" dirty="0"/>
              <a:t>60 – 90 days objective is to understand the innovation process through KBC surf studio platform,  understanding Gen AI offerings, skilling and participating in the innovation process (I&amp;P week)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597C7-2AC0-E982-28D0-04D32C5964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853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2.svg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2.sv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 - ligh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8A28B0-9226-4369-BB0A-EB85C0CDF1E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32593539"/>
              </p:ext>
            </p:extLst>
          </p:nvPr>
        </p:nvGraphicFramePr>
        <p:xfrm>
          <a:off x="670" y="2118"/>
          <a:ext cx="670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8A28B0-9226-4369-BB0A-EB85C0CDF1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0" y="2118"/>
                        <a:ext cx="670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FB08AA51-7693-0641-B1F2-2F6BF501AF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3" t="430" r="804" b="462"/>
          <a:stretch/>
        </p:blipFill>
        <p:spPr>
          <a:xfrm>
            <a:off x="20935" y="0"/>
            <a:ext cx="5127053" cy="91440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E78C046-F713-7644-890D-FEC8749EF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69" y="2806795"/>
            <a:ext cx="1693069" cy="2437959"/>
          </a:xfrm>
        </p:spPr>
        <p:txBody>
          <a:bodyPr vert="horz" anchor="b">
            <a:noAutofit/>
          </a:bodyPr>
          <a:lstStyle>
            <a:lvl1pPr algn="l">
              <a:defRPr sz="1519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CA51294-C033-514D-B2AD-53CAA26401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14" y="5583936"/>
            <a:ext cx="1693497" cy="609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844">
                <a:solidFill>
                  <a:schemeClr val="tx2"/>
                </a:solidFill>
              </a:defRPr>
            </a:lvl1pPr>
            <a:lvl2pPr marL="192862" indent="0" algn="ctr">
              <a:buNone/>
              <a:defRPr sz="844"/>
            </a:lvl2pPr>
            <a:lvl3pPr marL="385724" indent="0" algn="ctr">
              <a:buNone/>
              <a:defRPr sz="760"/>
            </a:lvl3pPr>
            <a:lvl4pPr marL="578586" indent="0" algn="ctr">
              <a:buNone/>
              <a:defRPr sz="675"/>
            </a:lvl4pPr>
            <a:lvl5pPr marL="771449" indent="0" algn="ctr">
              <a:buNone/>
              <a:defRPr sz="675"/>
            </a:lvl5pPr>
            <a:lvl6pPr marL="964311" indent="0" algn="ctr">
              <a:buNone/>
              <a:defRPr sz="675"/>
            </a:lvl6pPr>
            <a:lvl7pPr marL="1157172" indent="0" algn="ctr">
              <a:buNone/>
              <a:defRPr sz="675"/>
            </a:lvl7pPr>
            <a:lvl8pPr marL="1350034" indent="0" algn="ctr">
              <a:buNone/>
              <a:defRPr sz="675"/>
            </a:lvl8pPr>
            <a:lvl9pPr marL="1542896" indent="0" algn="ctr">
              <a:buNone/>
              <a:defRPr sz="67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173B359-DEFF-8445-9CA5-5D8394261A1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9770" y="7052997"/>
            <a:ext cx="1693060" cy="48683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506">
                <a:solidFill>
                  <a:schemeClr val="tx1"/>
                </a:solidFill>
              </a:defRPr>
            </a:lvl1pPr>
            <a:lvl2pPr marL="192862" indent="0">
              <a:buNone/>
              <a:defRPr>
                <a:solidFill>
                  <a:schemeClr val="bg2"/>
                </a:solidFill>
              </a:defRPr>
            </a:lvl2pPr>
            <a:lvl3pPr marL="385724" indent="0">
              <a:buNone/>
              <a:defRPr>
                <a:solidFill>
                  <a:schemeClr val="bg2"/>
                </a:solidFill>
              </a:defRPr>
            </a:lvl3pPr>
            <a:lvl4pPr marL="578586" indent="0">
              <a:buNone/>
              <a:defRPr>
                <a:solidFill>
                  <a:schemeClr val="bg2"/>
                </a:solidFill>
              </a:defRPr>
            </a:lvl4pPr>
            <a:lvl5pPr marL="771449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16" name="Logo">
            <a:extLst>
              <a:ext uri="{FF2B5EF4-FFF2-40B4-BE49-F238E27FC236}">
                <a16:creationId xmlns:a16="http://schemas.microsoft.com/office/drawing/2014/main" id="{172F6F4F-6078-614B-9D72-235A05BE54D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9448" y="509154"/>
            <a:ext cx="872430" cy="8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72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1 - dark layou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03B6E26B-4BE6-41B2-A32F-ADF4E4484D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1540126"/>
              </p:ext>
            </p:extLst>
          </p:nvPr>
        </p:nvGraphicFramePr>
        <p:xfrm>
          <a:off x="671" y="2120"/>
          <a:ext cx="670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03B6E26B-4BE6-41B2-A32F-ADF4E4484D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1" y="2120"/>
                        <a:ext cx="670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AC5D98D9-078E-1B4D-9B08-C13EF3A05D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7" t="117"/>
          <a:stretch/>
        </p:blipFill>
        <p:spPr>
          <a:xfrm>
            <a:off x="0" y="-2"/>
            <a:ext cx="5143500" cy="91440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9769" y="2806795"/>
            <a:ext cx="1693069" cy="2437959"/>
          </a:xfrm>
        </p:spPr>
        <p:txBody>
          <a:bodyPr vert="horz" anchor="b">
            <a:noAutofit/>
          </a:bodyPr>
          <a:lstStyle>
            <a:lvl1pPr algn="l">
              <a:defRPr sz="1519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A7EFB4-CCA6-4E89-9EF6-9F4FE5D53A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014" y="5583936"/>
            <a:ext cx="1693497" cy="609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844">
                <a:solidFill>
                  <a:schemeClr val="bg1"/>
                </a:solidFill>
              </a:defRPr>
            </a:lvl1pPr>
            <a:lvl2pPr marL="192862" indent="0" algn="ctr">
              <a:buNone/>
              <a:defRPr sz="844"/>
            </a:lvl2pPr>
            <a:lvl3pPr marL="385724" indent="0" algn="ctr">
              <a:buNone/>
              <a:defRPr sz="760"/>
            </a:lvl3pPr>
            <a:lvl4pPr marL="578586" indent="0" algn="ctr">
              <a:buNone/>
              <a:defRPr sz="675"/>
            </a:lvl4pPr>
            <a:lvl5pPr marL="771449" indent="0" algn="ctr">
              <a:buNone/>
              <a:defRPr sz="675"/>
            </a:lvl5pPr>
            <a:lvl6pPr marL="964311" indent="0" algn="ctr">
              <a:buNone/>
              <a:defRPr sz="675"/>
            </a:lvl6pPr>
            <a:lvl7pPr marL="1157172" indent="0" algn="ctr">
              <a:buNone/>
              <a:defRPr sz="675"/>
            </a:lvl7pPr>
            <a:lvl8pPr marL="1350034" indent="0" algn="ctr">
              <a:buNone/>
              <a:defRPr sz="675"/>
            </a:lvl8pPr>
            <a:lvl9pPr marL="1542896" indent="0" algn="ctr">
              <a:buNone/>
              <a:defRPr sz="67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0A57A3A6-0AF3-C54A-8CB5-7EF0565FF32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39770" y="7052997"/>
            <a:ext cx="1693060" cy="48683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506">
                <a:solidFill>
                  <a:schemeClr val="bg2"/>
                </a:solidFill>
              </a:defRPr>
            </a:lvl1pPr>
            <a:lvl2pPr marL="192862" indent="0">
              <a:buNone/>
              <a:defRPr>
                <a:solidFill>
                  <a:schemeClr val="bg2"/>
                </a:solidFill>
              </a:defRPr>
            </a:lvl2pPr>
            <a:lvl3pPr marL="385724" indent="0">
              <a:buNone/>
              <a:defRPr>
                <a:solidFill>
                  <a:schemeClr val="bg2"/>
                </a:solidFill>
              </a:defRPr>
            </a:lvl3pPr>
            <a:lvl4pPr marL="578586" indent="0">
              <a:buNone/>
              <a:defRPr>
                <a:solidFill>
                  <a:schemeClr val="bg2"/>
                </a:solidFill>
              </a:defRPr>
            </a:lvl4pPr>
            <a:lvl5pPr marL="771449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514FB0-4CED-294C-94C0-7AE48992D94A}"/>
              </a:ext>
            </a:extLst>
          </p:cNvPr>
          <p:cNvSpPr txBox="1"/>
          <p:nvPr userDrawn="1"/>
        </p:nvSpPr>
        <p:spPr>
          <a:xfrm>
            <a:off x="-577101" y="224332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/>
            <a:endParaRPr lang="en-US" sz="675">
              <a:solidFill>
                <a:schemeClr val="tx2"/>
              </a:solidFill>
            </a:endParaRPr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500EB0FA-ED09-2D45-A504-B05B58FC395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97305" y="509154"/>
            <a:ext cx="872430" cy="82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923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hank you!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03758480-388C-4C52-AC3C-61ED2C297D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45330549"/>
              </p:ext>
            </p:extLst>
          </p:nvPr>
        </p:nvGraphicFramePr>
        <p:xfrm>
          <a:off x="895" y="2827"/>
          <a:ext cx="893" cy="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03758480-388C-4C52-AC3C-61ED2C297D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95" y="2827"/>
                        <a:ext cx="893" cy="2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00EC9DA8-4888-CD46-8867-018922635CC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68119" y="-22578"/>
            <a:ext cx="3082978" cy="91665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63C380-E279-D44A-A6C8-6A5715D7BB4E}"/>
              </a:ext>
            </a:extLst>
          </p:cNvPr>
          <p:cNvPicPr>
            <a:picLocks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00" b="800"/>
          <a:stretch/>
        </p:blipFill>
        <p:spPr>
          <a:xfrm>
            <a:off x="0" y="0"/>
            <a:ext cx="0" cy="9144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45B5F9-B0CC-474A-9C3C-A26A32768AF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39772" y="3596217"/>
            <a:ext cx="2553747" cy="346249"/>
          </a:xfrm>
        </p:spPr>
        <p:txBody>
          <a:bodyPr vert="horz" wrap="square" anchor="ctr" anchorCtr="0">
            <a:spAutoFit/>
          </a:bodyPr>
          <a:lstStyle>
            <a:lvl1pPr algn="l">
              <a:defRPr sz="2250" b="1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C7BDEB1A-BAD0-BF40-B60C-ADBD2840920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9341" y="5196731"/>
            <a:ext cx="2553746" cy="710379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Name and Title</a:t>
            </a: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3255087C-F40D-2E4F-A55B-4F9057EEE57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199448" y="509154"/>
            <a:ext cx="872430" cy="827193"/>
          </a:xfrm>
          <a:prstGeom prst="rect">
            <a:avLst/>
          </a:prstGeom>
        </p:spPr>
      </p:pic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29AEEAC-FB82-4782-B02F-15CAAF2F5AB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9341" y="6019868"/>
            <a:ext cx="2553746" cy="7103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Contact Information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03B938D-4116-41A8-9239-EB2C06180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2884" y="8351518"/>
            <a:ext cx="148541" cy="4876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332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5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 - NoSourceNote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C6AED14-66D3-4DAC-86BD-5762C10602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83492503"/>
              </p:ext>
            </p:extLst>
          </p:nvPr>
        </p:nvGraphicFramePr>
        <p:xfrm>
          <a:off x="670" y="2118"/>
          <a:ext cx="670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5" progId="TCLayout.ActiveDocument.1">
                  <p:embed/>
                </p:oleObj>
              </mc:Choice>
              <mc:Fallback>
                <p:oleObj name="think-cell Slide" r:id="rId3" imgW="592" imgH="595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C6AED14-66D3-4DAC-86BD-5762C10602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70" y="2118"/>
                        <a:ext cx="670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75DF075A-F997-DD4F-A1D4-62F7809FD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92884" y="8351518"/>
            <a:ext cx="148541" cy="4876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B521616-1FF6-5A4F-BBD4-A816DFE1A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84" y="743722"/>
            <a:ext cx="4757735" cy="410370"/>
          </a:xfrm>
        </p:spPr>
        <p:txBody>
          <a:bodyPr vert="horz" wrap="square" lIns="0" tIns="0" rIns="0" bIns="0" anchor="t" anchorCtr="0">
            <a:noAutofit/>
          </a:bodyPr>
          <a:lstStyle>
            <a:lvl1pPr>
              <a:lnSpc>
                <a:spcPct val="100000"/>
              </a:lnSpc>
              <a:defRPr sz="1013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FDFB4EED-75EC-A0D0-22C1-7D0D5DB52CEC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192882" y="2032004"/>
            <a:ext cx="4559498" cy="558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177482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2 - dark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BF4556C-7350-8344-8FD3-376E341E16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2650" y="2736112"/>
            <a:ext cx="3446431" cy="2105689"/>
          </a:xfrm>
        </p:spPr>
        <p:txBody>
          <a:bodyPr anchor="b">
            <a:noAutofit/>
          </a:bodyPr>
          <a:lstStyle>
            <a:lvl1pPr algn="l">
              <a:defRPr sz="1519" b="1">
                <a:solidFill>
                  <a:schemeClr val="accent6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7AC9073-4735-234C-8722-537F838301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2893" y="5180985"/>
            <a:ext cx="3447302" cy="60960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buNone/>
              <a:defRPr sz="844">
                <a:solidFill>
                  <a:schemeClr val="tx2"/>
                </a:solidFill>
              </a:defRPr>
            </a:lvl1pPr>
            <a:lvl2pPr marL="192881" indent="0" algn="ctr">
              <a:buNone/>
              <a:defRPr sz="844"/>
            </a:lvl2pPr>
            <a:lvl3pPr marL="385763" indent="0" algn="ctr">
              <a:buNone/>
              <a:defRPr sz="759"/>
            </a:lvl3pPr>
            <a:lvl4pPr marL="578644" indent="0" algn="ctr">
              <a:buNone/>
              <a:defRPr sz="675"/>
            </a:lvl4pPr>
            <a:lvl5pPr marL="771525" indent="0" algn="ctr">
              <a:buNone/>
              <a:defRPr sz="675"/>
            </a:lvl5pPr>
            <a:lvl6pPr marL="964406" indent="0" algn="ctr">
              <a:buNone/>
              <a:defRPr sz="675"/>
            </a:lvl6pPr>
            <a:lvl7pPr marL="1157288" indent="0" algn="ctr">
              <a:buNone/>
              <a:defRPr sz="675"/>
            </a:lvl7pPr>
            <a:lvl8pPr marL="1350169" indent="0" algn="ctr">
              <a:buNone/>
              <a:defRPr sz="675"/>
            </a:lvl8pPr>
            <a:lvl9pPr marL="1543050" indent="0" algn="ctr">
              <a:buNone/>
              <a:defRPr sz="675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FBEE8D4C-39E3-9745-8EF7-EE363873ECE4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2651" y="6650043"/>
            <a:ext cx="1693060" cy="486834"/>
          </a:xfrm>
          <a:prstGeom prst="rect">
            <a:avLst/>
          </a:prstGeom>
        </p:spPr>
        <p:txBody>
          <a:bodyPr wrap="none"/>
          <a:lstStyle>
            <a:lvl1pPr marL="0" indent="0">
              <a:buNone/>
              <a:defRPr sz="506">
                <a:solidFill>
                  <a:schemeClr val="tx1"/>
                </a:solidFill>
              </a:defRPr>
            </a:lvl1pPr>
            <a:lvl2pPr marL="192881" indent="0">
              <a:buNone/>
              <a:defRPr>
                <a:solidFill>
                  <a:schemeClr val="bg2"/>
                </a:solidFill>
              </a:defRPr>
            </a:lvl2pPr>
            <a:lvl3pPr marL="385763" indent="0">
              <a:buNone/>
              <a:defRPr>
                <a:solidFill>
                  <a:schemeClr val="bg2"/>
                </a:solidFill>
              </a:defRPr>
            </a:lvl3pPr>
            <a:lvl4pPr marL="578644" indent="0">
              <a:buNone/>
              <a:defRPr>
                <a:solidFill>
                  <a:schemeClr val="bg2"/>
                </a:solidFill>
              </a:defRPr>
            </a:lvl4pPr>
            <a:lvl5pPr marL="771525" indent="0">
              <a:buNone/>
              <a:defRPr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Click to edit date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9CD10274-ED9E-6941-BC52-E5F5959570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05395" y="1318860"/>
            <a:ext cx="1361957" cy="755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198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o not remove" hidden="1">
            <a:extLst>
              <a:ext uri="{FF2B5EF4-FFF2-40B4-BE49-F238E27FC236}">
                <a16:creationId xmlns:a16="http://schemas.microsoft.com/office/drawing/2014/main" id="{AE93934B-F4CE-AD9A-35D6-CC331792B5C3}"/>
              </a:ext>
            </a:extLst>
          </p:cNvPr>
          <p:cNvSpPr/>
          <p:nvPr userDrawn="1">
            <p:custDataLst>
              <p:tags r:id="rId1"/>
            </p:custDataLst>
          </p:nvPr>
        </p:nvSpPr>
        <p:spPr>
          <a:xfrm>
            <a:off x="0" y="1"/>
            <a:ext cx="5358" cy="16933"/>
          </a:xfrm>
          <a:prstGeom prst="octagon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759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BFB555-4051-79D2-043C-F541555E4C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5003058-5E65-CE90-4CAA-00A82CB06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4869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42B64691-4411-49E5-8C44-DE3498AE599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930575276"/>
              </p:ext>
            </p:extLst>
          </p:nvPr>
        </p:nvGraphicFramePr>
        <p:xfrm>
          <a:off x="895" y="2827"/>
          <a:ext cx="893" cy="28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592" imgH="595" progId="TCLayout.ActiveDocument.1">
                  <p:embed/>
                </p:oleObj>
              </mc:Choice>
              <mc:Fallback>
                <p:oleObj name="think-cell Slide" r:id="rId9" imgW="592" imgH="59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42B64691-4411-49E5-8C44-DE3498AE599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895" y="2827"/>
                        <a:ext cx="893" cy="28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8E9D72-856B-46EE-8BDE-CBBAC28AA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82" y="743716"/>
            <a:ext cx="4757737" cy="155877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353AE5-6B0E-4902-862A-00CC79737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2884" y="2035636"/>
            <a:ext cx="4757735" cy="5516411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F048F-36A8-491A-8564-2DB36D67BC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2882" y="8433732"/>
            <a:ext cx="148541" cy="405467"/>
          </a:xfrm>
          <a:prstGeom prst="rect">
            <a:avLst/>
          </a:prstGeom>
        </p:spPr>
        <p:txBody>
          <a:bodyPr vert="horz" wrap="none" lIns="0" tIns="0" rIns="0" bIns="0" rtlCol="0" anchor="b" anchorCtr="0"/>
          <a:lstStyle>
            <a:lvl1pPr algn="l">
              <a:defRPr sz="295">
                <a:solidFill>
                  <a:schemeClr val="tx1"/>
                </a:solidFill>
              </a:defRPr>
            </a:lvl1pPr>
          </a:lstStyle>
          <a:p>
            <a:fld id="{C53E075B-3175-45CF-B3C7-FEDF3F5961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53B93C-D18B-4D4F-87E1-6EB2A55E7A5D}"/>
              </a:ext>
            </a:extLst>
          </p:cNvPr>
          <p:cNvSpPr txBox="1">
            <a:spLocks/>
          </p:cNvSpPr>
          <p:nvPr userDrawn="1"/>
        </p:nvSpPr>
        <p:spPr>
          <a:xfrm>
            <a:off x="439770" y="8433594"/>
            <a:ext cx="505482" cy="404763"/>
          </a:xfrm>
          <a:prstGeom prst="rect">
            <a:avLst/>
          </a:prstGeom>
          <a:noFill/>
        </p:spPr>
        <p:txBody>
          <a:bodyPr wrap="none" lIns="0" tIns="0" rIns="0" bIns="0" rtlCol="0" anchor="b">
            <a:noAutofit/>
          </a:bodyPr>
          <a:lstStyle/>
          <a:p>
            <a:pPr marL="0" marR="0" lvl="0" indent="0" algn="l" defTabSz="25716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95" b="0" i="0" u="none" strike="noStrike" kern="1200" cap="none" spc="0" normalizeH="0" baseline="0" noProof="0">
                <a:ln>
                  <a:noFill/>
                </a:ln>
                <a:solidFill>
                  <a:srgbClr val="00004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© 2026 Cognizant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B9455D-A639-A608-F0C0-DBFB0EE28E28}"/>
              </a:ext>
            </a:extLst>
          </p:cNvPr>
          <p:cNvGrpSpPr/>
          <p:nvPr userDrawn="1"/>
        </p:nvGrpSpPr>
        <p:grpSpPr>
          <a:xfrm>
            <a:off x="4098615" y="8397732"/>
            <a:ext cx="1010846" cy="653593"/>
            <a:chOff x="7346941" y="4743896"/>
            <a:chExt cx="1797059" cy="367646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6C292FC-7DAB-9EEF-FB0C-80D4A72D7C2A}"/>
                </a:ext>
              </a:extLst>
            </p:cNvPr>
            <p:cNvGrpSpPr/>
            <p:nvPr userDrawn="1"/>
          </p:nvGrpSpPr>
          <p:grpSpPr>
            <a:xfrm>
              <a:off x="7346941" y="4743896"/>
              <a:ext cx="1261426" cy="359454"/>
              <a:chOff x="9531287" y="6325613"/>
              <a:chExt cx="1261426" cy="359454"/>
            </a:xfrm>
          </p:grpSpPr>
          <p:pic>
            <p:nvPicPr>
              <p:cNvPr id="5" name="Picture 5">
                <a:extLst>
                  <a:ext uri="{FF2B5EF4-FFF2-40B4-BE49-F238E27FC236}">
                    <a16:creationId xmlns:a16="http://schemas.microsoft.com/office/drawing/2014/main" id="{737B6C40-7B5B-9E8B-D993-6F2C6BC59C2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cstate="print">
                <a:extLst>
                  <a:ext uri="{28A0092B-C50C-407E-A947-70E740481C1C}">
                    <a14:useLocalDpi xmlns:a14="http://schemas.microsoft.com/office/drawing/2010/main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9531287" y="6325613"/>
                <a:ext cx="1198180" cy="359454"/>
              </a:xfrm>
              <a:prstGeom prst="rect">
                <a:avLst/>
              </a:prstGeom>
            </p:spPr>
          </p:pic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1C05DD1A-94C4-6F1D-3C2C-9600434C07AA}"/>
                  </a:ext>
                </a:extLst>
              </p:cNvPr>
              <p:cNvCxnSpPr/>
              <p:nvPr userDrawn="1"/>
            </p:nvCxnSpPr>
            <p:spPr>
              <a:xfrm>
                <a:off x="10792713" y="6411129"/>
                <a:ext cx="0" cy="188422"/>
              </a:xfrm>
              <a:prstGeom prst="line">
                <a:avLst/>
              </a:prstGeom>
              <a:ln w="635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0" name="Picture 6">
              <a:extLst>
                <a:ext uri="{FF2B5EF4-FFF2-40B4-BE49-F238E27FC236}">
                  <a16:creationId xmlns:a16="http://schemas.microsoft.com/office/drawing/2014/main" id="{D79D49CA-E92C-BED9-8168-064B37EC9D2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8240" y="4745782"/>
              <a:ext cx="365760" cy="365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17014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8" r:id="rId6"/>
  </p:sldLayoutIdLst>
  <p:hf hdr="0" dt="0"/>
  <p:txStyles>
    <p:titleStyle>
      <a:lvl1pPr algn="l" defTabSz="385724" rtl="0" eaLnBrk="1" latinLnBrk="0" hangingPunct="1">
        <a:lnSpc>
          <a:spcPct val="100000"/>
        </a:lnSpc>
        <a:spcBef>
          <a:spcPct val="0"/>
        </a:spcBef>
        <a:buNone/>
        <a:defRPr sz="1013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385724" rtl="0" eaLnBrk="1" latinLnBrk="0" hangingPunct="1">
        <a:lnSpc>
          <a:spcPct val="100000"/>
        </a:lnSpc>
        <a:spcBef>
          <a:spcPts val="422"/>
        </a:spcBef>
        <a:buFont typeface="Arial" panose="020B0604020202020204" pitchFamily="34" charset="0"/>
        <a:buNone/>
        <a:tabLst/>
        <a:defRPr sz="675" kern="1200">
          <a:solidFill>
            <a:schemeClr val="tx1"/>
          </a:solidFill>
          <a:latin typeface="+mn-lt"/>
          <a:ea typeface="+mn-ea"/>
          <a:cs typeface="+mn-cs"/>
        </a:defRPr>
      </a:lvl1pPr>
      <a:lvl2pPr marL="244427" indent="-97102" algn="l" defTabSz="385724" rtl="0" eaLnBrk="1" latinLnBrk="0" hangingPunct="1">
        <a:lnSpc>
          <a:spcPct val="100000"/>
        </a:lnSpc>
        <a:spcBef>
          <a:spcPts val="211"/>
        </a:spcBef>
        <a:buFont typeface="Arial" panose="020B0604020202020204" pitchFamily="34" charset="0"/>
        <a:buChar char="•"/>
        <a:tabLst/>
        <a:defRPr sz="675" kern="1200">
          <a:solidFill>
            <a:schemeClr val="tx1"/>
          </a:solidFill>
          <a:latin typeface="+mn-lt"/>
          <a:ea typeface="+mn-ea"/>
          <a:cs typeface="+mn-cs"/>
        </a:defRPr>
      </a:lvl2pPr>
      <a:lvl3pPr marL="364965" indent="-97102" algn="l" defTabSz="385724" rtl="0" eaLnBrk="1" latinLnBrk="0" hangingPunct="1">
        <a:lnSpc>
          <a:spcPct val="100000"/>
        </a:lnSpc>
        <a:spcBef>
          <a:spcPts val="211"/>
        </a:spcBef>
        <a:buFont typeface="Cambria" panose="02040503050406030204" pitchFamily="18" charset="0"/>
        <a:buChar char="⎻"/>
        <a:tabLst/>
        <a:defRPr sz="675" kern="1200">
          <a:solidFill>
            <a:schemeClr val="tx1"/>
          </a:solidFill>
          <a:latin typeface="+mn-lt"/>
          <a:ea typeface="+mn-ea"/>
          <a:cs typeface="+mn-cs"/>
        </a:defRPr>
      </a:lvl3pPr>
      <a:lvl4pPr marL="675017" indent="-96432" algn="l" defTabSz="385724" rtl="0" eaLnBrk="1" latinLnBrk="0" hangingPunct="1">
        <a:lnSpc>
          <a:spcPct val="100000"/>
        </a:lnSpc>
        <a:spcBef>
          <a:spcPts val="211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867879" indent="-96432" algn="l" defTabSz="385724" rtl="0" eaLnBrk="1" latinLnBrk="0" hangingPunct="1">
        <a:lnSpc>
          <a:spcPct val="100000"/>
        </a:lnSpc>
        <a:spcBef>
          <a:spcPts val="211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1060742" indent="-96432" algn="l" defTabSz="38572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253603" indent="-96432" algn="l" defTabSz="38572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446465" indent="-96432" algn="l" defTabSz="38572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639328" indent="-96432" algn="l" defTabSz="385724" rtl="0" eaLnBrk="1" latinLnBrk="0" hangingPunct="1">
        <a:lnSpc>
          <a:spcPct val="90000"/>
        </a:lnSpc>
        <a:spcBef>
          <a:spcPts val="211"/>
        </a:spcBef>
        <a:buFont typeface="Arial" panose="020B0604020202020204" pitchFamily="34" charset="0"/>
        <a:buChar char="•"/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62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24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586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449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311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172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034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2896" algn="l" defTabSz="385724" rtl="0" eaLnBrk="1" latinLnBrk="0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392" userDrawn="1">
          <p15:clr>
            <a:srgbClr val="F26B43"/>
          </p15:clr>
        </p15:guide>
        <p15:guide id="2" pos="162" userDrawn="1">
          <p15:clr>
            <a:srgbClr val="F26B43"/>
          </p15:clr>
        </p15:guide>
        <p15:guide id="3" orient="horz" pos="12460" userDrawn="1">
          <p15:clr>
            <a:srgbClr val="F26B43"/>
          </p15:clr>
        </p15:guide>
        <p15:guide id="4" orient="horz" pos="597" userDrawn="1">
          <p15:clr>
            <a:srgbClr val="F26B43"/>
          </p15:clr>
        </p15:guide>
        <p15:guide id="5" orient="horz" pos="13161" userDrawn="1">
          <p15:clr>
            <a:srgbClr val="F26B43"/>
          </p15:clr>
        </p15:guide>
        <p15:guide id="6" pos="5562" userDrawn="1">
          <p15:clr>
            <a:srgbClr val="F26B43"/>
          </p15:clr>
        </p15:guide>
        <p15:guide id="7" orient="horz" pos="9444" userDrawn="1">
          <p15:clr>
            <a:srgbClr val="F26B43"/>
          </p15:clr>
        </p15:guide>
        <p15:guide id="8" orient="horz" pos="9899" userDrawn="1">
          <p15:clr>
            <a:srgbClr val="F26B43"/>
          </p15:clr>
        </p15:guide>
        <p15:guide id="9" pos="365" userDrawn="1">
          <p15:clr>
            <a:srgbClr val="F26B43"/>
          </p15:clr>
        </p15:guide>
        <p15:guide id="10" pos="4158" userDrawn="1">
          <p15:clr>
            <a:srgbClr val="F26B43"/>
          </p15:clr>
        </p15:guide>
        <p15:guide id="11" orient="horz" pos="742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C836-8FD6-CBD6-B0C8-EEA2940CC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5A767C-B987-F719-A785-C7A5A2FCF5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3E075B-3175-45CF-B3C7-FEDF3F5961E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7544F0-03C3-2A11-B272-531047AED74D}"/>
              </a:ext>
            </a:extLst>
          </p:cNvPr>
          <p:cNvSpPr/>
          <p:nvPr/>
        </p:nvSpPr>
        <p:spPr>
          <a:xfrm>
            <a:off x="106318" y="4910695"/>
            <a:ext cx="4954201" cy="1789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257169">
              <a:defRPr/>
            </a:pPr>
            <a:endParaRPr lang="en-US" sz="1013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17AFD7-2E65-D9C9-A5E5-9B384DC90CDE}"/>
              </a:ext>
            </a:extLst>
          </p:cNvPr>
          <p:cNvSpPr txBox="1"/>
          <p:nvPr/>
        </p:nvSpPr>
        <p:spPr>
          <a:xfrm>
            <a:off x="809930" y="3526773"/>
            <a:ext cx="4250589" cy="17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/>
            <a:r>
              <a:rPr lang="en-US" sz="563" b="1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Overall Outcomes - </a:t>
            </a:r>
            <a:r>
              <a:rPr lang="en-US" sz="563" dirty="0">
                <a:solidFill>
                  <a:schemeClr val="bg1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 Reduced Performance Termination| Committed Quality | Providing Right Talent | Professionalism in Delivery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1BEB44B-4119-0FFA-6FB4-6C864CFF1089}"/>
              </a:ext>
            </a:extLst>
          </p:cNvPr>
          <p:cNvGrpSpPr/>
          <p:nvPr/>
        </p:nvGrpSpPr>
        <p:grpSpPr>
          <a:xfrm>
            <a:off x="149600" y="1710683"/>
            <a:ext cx="2378868" cy="2991950"/>
            <a:chOff x="101200" y="1265944"/>
            <a:chExt cx="2247145" cy="3073239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4B0F778C-15F8-80ED-884A-140A0C53A587}"/>
                </a:ext>
              </a:extLst>
            </p:cNvPr>
            <p:cNvSpPr/>
            <p:nvPr/>
          </p:nvSpPr>
          <p:spPr>
            <a:xfrm>
              <a:off x="114609" y="2356254"/>
              <a:ext cx="2229638" cy="895317"/>
            </a:xfrm>
            <a:custGeom>
              <a:avLst/>
              <a:gdLst>
                <a:gd name="csX0" fmla="*/ 0 w 3473584"/>
                <a:gd name="csY0" fmla="*/ 94300 h 942997"/>
                <a:gd name="csX1" fmla="*/ 94300 w 3473584"/>
                <a:gd name="csY1" fmla="*/ 0 h 942997"/>
                <a:gd name="csX2" fmla="*/ 3379284 w 3473584"/>
                <a:gd name="csY2" fmla="*/ 0 h 942997"/>
                <a:gd name="csX3" fmla="*/ 3473584 w 3473584"/>
                <a:gd name="csY3" fmla="*/ 94300 h 942997"/>
                <a:gd name="csX4" fmla="*/ 3473584 w 3473584"/>
                <a:gd name="csY4" fmla="*/ 848697 h 942997"/>
                <a:gd name="csX5" fmla="*/ 3379284 w 3473584"/>
                <a:gd name="csY5" fmla="*/ 942997 h 942997"/>
                <a:gd name="csX6" fmla="*/ 94300 w 3473584"/>
                <a:gd name="csY6" fmla="*/ 942997 h 942997"/>
                <a:gd name="csX7" fmla="*/ 0 w 3473584"/>
                <a:gd name="csY7" fmla="*/ 848697 h 942997"/>
                <a:gd name="csX8" fmla="*/ 0 w 3473584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3584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3379284" y="0"/>
                  </a:lnTo>
                  <a:cubicBezTo>
                    <a:pt x="3431364" y="0"/>
                    <a:pt x="3473584" y="42220"/>
                    <a:pt x="3473584" y="94300"/>
                  </a:cubicBezTo>
                  <a:lnTo>
                    <a:pt x="3473584" y="848697"/>
                  </a:lnTo>
                  <a:cubicBezTo>
                    <a:pt x="3473584" y="900777"/>
                    <a:pt x="3431364" y="942997"/>
                    <a:pt x="3379284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  <a:solidFill>
              <a:schemeClr val="accent1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50" dirty="0"/>
            </a:p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50"/>
                <a:t>Learning Tools</a:t>
              </a:r>
            </a:p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50" dirty="0"/>
            </a:p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50" dirty="0"/>
                <a:t>Miniatures | Gamification | Simulations |      E-learning | Community</a:t>
              </a:r>
            </a:p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45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BBB123E-7190-4E6A-75C2-9A5759749491}"/>
                </a:ext>
              </a:extLst>
            </p:cNvPr>
            <p:cNvSpPr/>
            <p:nvPr/>
          </p:nvSpPr>
          <p:spPr>
            <a:xfrm>
              <a:off x="108126" y="1265944"/>
              <a:ext cx="721917" cy="973659"/>
            </a:xfrm>
            <a:custGeom>
              <a:avLst/>
              <a:gdLst>
                <a:gd name="csX0" fmla="*/ 0 w 1701069"/>
                <a:gd name="csY0" fmla="*/ 94300 h 942997"/>
                <a:gd name="csX1" fmla="*/ 94300 w 1701069"/>
                <a:gd name="csY1" fmla="*/ 0 h 942997"/>
                <a:gd name="csX2" fmla="*/ 1606769 w 1701069"/>
                <a:gd name="csY2" fmla="*/ 0 h 942997"/>
                <a:gd name="csX3" fmla="*/ 1701069 w 1701069"/>
                <a:gd name="csY3" fmla="*/ 94300 h 942997"/>
                <a:gd name="csX4" fmla="*/ 1701069 w 1701069"/>
                <a:gd name="csY4" fmla="*/ 848697 h 942997"/>
                <a:gd name="csX5" fmla="*/ 1606769 w 1701069"/>
                <a:gd name="csY5" fmla="*/ 942997 h 942997"/>
                <a:gd name="csX6" fmla="*/ 94300 w 1701069"/>
                <a:gd name="csY6" fmla="*/ 942997 h 942997"/>
                <a:gd name="csX7" fmla="*/ 0 w 1701069"/>
                <a:gd name="csY7" fmla="*/ 848697 h 942997"/>
                <a:gd name="csX8" fmla="*/ 0 w 1701069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01069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1606769" y="0"/>
                  </a:lnTo>
                  <a:cubicBezTo>
                    <a:pt x="1658849" y="0"/>
                    <a:pt x="1701069" y="42220"/>
                    <a:pt x="1701069" y="94300"/>
                  </a:cubicBezTo>
                  <a:lnTo>
                    <a:pt x="1701069" y="848697"/>
                  </a:lnTo>
                  <a:cubicBezTo>
                    <a:pt x="1701069" y="900777"/>
                    <a:pt x="1658849" y="942997"/>
                    <a:pt x="1606769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50" dirty="0"/>
                <a:t>Gen C Framework</a:t>
              </a: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E13B85F-A3A5-DB0D-33A8-4876E9BC616B}"/>
                </a:ext>
              </a:extLst>
            </p:cNvPr>
            <p:cNvSpPr/>
            <p:nvPr/>
          </p:nvSpPr>
          <p:spPr>
            <a:xfrm>
              <a:off x="868491" y="1268671"/>
              <a:ext cx="721917" cy="993150"/>
            </a:xfrm>
            <a:custGeom>
              <a:avLst/>
              <a:gdLst>
                <a:gd name="csX0" fmla="*/ 0 w 1701069"/>
                <a:gd name="csY0" fmla="*/ 94300 h 942997"/>
                <a:gd name="csX1" fmla="*/ 94300 w 1701069"/>
                <a:gd name="csY1" fmla="*/ 0 h 942997"/>
                <a:gd name="csX2" fmla="*/ 1606769 w 1701069"/>
                <a:gd name="csY2" fmla="*/ 0 h 942997"/>
                <a:gd name="csX3" fmla="*/ 1701069 w 1701069"/>
                <a:gd name="csY3" fmla="*/ 94300 h 942997"/>
                <a:gd name="csX4" fmla="*/ 1701069 w 1701069"/>
                <a:gd name="csY4" fmla="*/ 848697 h 942997"/>
                <a:gd name="csX5" fmla="*/ 1606769 w 1701069"/>
                <a:gd name="csY5" fmla="*/ 942997 h 942997"/>
                <a:gd name="csX6" fmla="*/ 94300 w 1701069"/>
                <a:gd name="csY6" fmla="*/ 942997 h 942997"/>
                <a:gd name="csX7" fmla="*/ 0 w 1701069"/>
                <a:gd name="csY7" fmla="*/ 848697 h 942997"/>
                <a:gd name="csX8" fmla="*/ 0 w 1701069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01069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1606769" y="0"/>
                  </a:lnTo>
                  <a:cubicBezTo>
                    <a:pt x="1658849" y="0"/>
                    <a:pt x="1701069" y="42220"/>
                    <a:pt x="1701069" y="94300"/>
                  </a:cubicBezTo>
                  <a:lnTo>
                    <a:pt x="1701069" y="848697"/>
                  </a:lnTo>
                  <a:cubicBezTo>
                    <a:pt x="1701069" y="900777"/>
                    <a:pt x="1658849" y="942997"/>
                    <a:pt x="1606769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50" dirty="0"/>
                <a:t>L&amp;D Onboarding Framework</a:t>
              </a: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CCE5BFA6-4626-8270-C34A-043283D2E691}"/>
                </a:ext>
              </a:extLst>
            </p:cNvPr>
            <p:cNvSpPr/>
            <p:nvPr/>
          </p:nvSpPr>
          <p:spPr>
            <a:xfrm>
              <a:off x="118259" y="3906017"/>
              <a:ext cx="2230086" cy="433166"/>
            </a:xfrm>
            <a:custGeom>
              <a:avLst/>
              <a:gdLst>
                <a:gd name="csX0" fmla="*/ 0 w 1701069"/>
                <a:gd name="csY0" fmla="*/ 94300 h 942997"/>
                <a:gd name="csX1" fmla="*/ 94300 w 1701069"/>
                <a:gd name="csY1" fmla="*/ 0 h 942997"/>
                <a:gd name="csX2" fmla="*/ 1606769 w 1701069"/>
                <a:gd name="csY2" fmla="*/ 0 h 942997"/>
                <a:gd name="csX3" fmla="*/ 1701069 w 1701069"/>
                <a:gd name="csY3" fmla="*/ 94300 h 942997"/>
                <a:gd name="csX4" fmla="*/ 1701069 w 1701069"/>
                <a:gd name="csY4" fmla="*/ 848697 h 942997"/>
                <a:gd name="csX5" fmla="*/ 1606769 w 1701069"/>
                <a:gd name="csY5" fmla="*/ 942997 h 942997"/>
                <a:gd name="csX6" fmla="*/ 94300 w 1701069"/>
                <a:gd name="csY6" fmla="*/ 942997 h 942997"/>
                <a:gd name="csX7" fmla="*/ 0 w 1701069"/>
                <a:gd name="csY7" fmla="*/ 848697 h 942997"/>
                <a:gd name="csX8" fmla="*/ 0 w 1701069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01069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1606769" y="0"/>
                  </a:lnTo>
                  <a:cubicBezTo>
                    <a:pt x="1658849" y="0"/>
                    <a:pt x="1701069" y="42220"/>
                    <a:pt x="1701069" y="94300"/>
                  </a:cubicBezTo>
                  <a:lnTo>
                    <a:pt x="1701069" y="848697"/>
                  </a:lnTo>
                  <a:cubicBezTo>
                    <a:pt x="1701069" y="900777"/>
                    <a:pt x="1658849" y="942997"/>
                    <a:pt x="1606769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 Governance</a:t>
              </a: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B75214F-A093-C4B9-1C42-58249914C0D2}"/>
                </a:ext>
              </a:extLst>
            </p:cNvPr>
            <p:cNvSpPr/>
            <p:nvPr/>
          </p:nvSpPr>
          <p:spPr>
            <a:xfrm>
              <a:off x="1628857" y="1265945"/>
              <a:ext cx="713446" cy="993150"/>
            </a:xfrm>
            <a:custGeom>
              <a:avLst/>
              <a:gdLst>
                <a:gd name="csX0" fmla="*/ 0 w 1701069"/>
                <a:gd name="csY0" fmla="*/ 94300 h 942997"/>
                <a:gd name="csX1" fmla="*/ 94300 w 1701069"/>
                <a:gd name="csY1" fmla="*/ 0 h 942997"/>
                <a:gd name="csX2" fmla="*/ 1606769 w 1701069"/>
                <a:gd name="csY2" fmla="*/ 0 h 942997"/>
                <a:gd name="csX3" fmla="*/ 1701069 w 1701069"/>
                <a:gd name="csY3" fmla="*/ 94300 h 942997"/>
                <a:gd name="csX4" fmla="*/ 1701069 w 1701069"/>
                <a:gd name="csY4" fmla="*/ 848697 h 942997"/>
                <a:gd name="csX5" fmla="*/ 1606769 w 1701069"/>
                <a:gd name="csY5" fmla="*/ 942997 h 942997"/>
                <a:gd name="csX6" fmla="*/ 94300 w 1701069"/>
                <a:gd name="csY6" fmla="*/ 942997 h 942997"/>
                <a:gd name="csX7" fmla="*/ 0 w 1701069"/>
                <a:gd name="csY7" fmla="*/ 848697 h 942997"/>
                <a:gd name="csX8" fmla="*/ 0 w 1701069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701069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1606769" y="0"/>
                  </a:lnTo>
                  <a:cubicBezTo>
                    <a:pt x="1658849" y="0"/>
                    <a:pt x="1701069" y="42220"/>
                    <a:pt x="1701069" y="94300"/>
                  </a:cubicBezTo>
                  <a:lnTo>
                    <a:pt x="1701069" y="848697"/>
                  </a:lnTo>
                  <a:cubicBezTo>
                    <a:pt x="1701069" y="900777"/>
                    <a:pt x="1658849" y="942997"/>
                    <a:pt x="1606769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450" dirty="0"/>
                <a:t>Mentor / Mentee</a:t>
              </a: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754AAFA-A8D9-59AA-0108-11496B777FDE}"/>
                </a:ext>
              </a:extLst>
            </p:cNvPr>
            <p:cNvSpPr/>
            <p:nvPr/>
          </p:nvSpPr>
          <p:spPr>
            <a:xfrm>
              <a:off x="101200" y="3283575"/>
              <a:ext cx="721916" cy="546217"/>
            </a:xfrm>
            <a:custGeom>
              <a:avLst/>
              <a:gdLst>
                <a:gd name="csX0" fmla="*/ 0 w 3473584"/>
                <a:gd name="csY0" fmla="*/ 94300 h 942997"/>
                <a:gd name="csX1" fmla="*/ 94300 w 3473584"/>
                <a:gd name="csY1" fmla="*/ 0 h 942997"/>
                <a:gd name="csX2" fmla="*/ 3379284 w 3473584"/>
                <a:gd name="csY2" fmla="*/ 0 h 942997"/>
                <a:gd name="csX3" fmla="*/ 3473584 w 3473584"/>
                <a:gd name="csY3" fmla="*/ 94300 h 942997"/>
                <a:gd name="csX4" fmla="*/ 3473584 w 3473584"/>
                <a:gd name="csY4" fmla="*/ 848697 h 942997"/>
                <a:gd name="csX5" fmla="*/ 3379284 w 3473584"/>
                <a:gd name="csY5" fmla="*/ 942997 h 942997"/>
                <a:gd name="csX6" fmla="*/ 94300 w 3473584"/>
                <a:gd name="csY6" fmla="*/ 942997 h 942997"/>
                <a:gd name="csX7" fmla="*/ 0 w 3473584"/>
                <a:gd name="csY7" fmla="*/ 848697 h 942997"/>
                <a:gd name="csX8" fmla="*/ 0 w 3473584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3584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3379284" y="0"/>
                  </a:lnTo>
                  <a:cubicBezTo>
                    <a:pt x="3431364" y="0"/>
                    <a:pt x="3473584" y="42220"/>
                    <a:pt x="3473584" y="94300"/>
                  </a:cubicBezTo>
                  <a:lnTo>
                    <a:pt x="3473584" y="848697"/>
                  </a:lnTo>
                  <a:cubicBezTo>
                    <a:pt x="3473584" y="900777"/>
                    <a:pt x="3431364" y="942997"/>
                    <a:pt x="3379284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506" dirty="0"/>
                <a:t>E-learning Platform</a:t>
              </a:r>
            </a:p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506" dirty="0"/>
                <a:t> </a:t>
              </a:r>
              <a:r>
                <a:rPr lang="en-US" sz="394" dirty="0"/>
                <a:t>(KBC Portal)</a:t>
              </a: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597E39-E809-E842-29C2-79CB70D6BCCD}"/>
                </a:ext>
              </a:extLst>
            </p:cNvPr>
            <p:cNvSpPr/>
            <p:nvPr/>
          </p:nvSpPr>
          <p:spPr>
            <a:xfrm>
              <a:off x="881638" y="3283575"/>
              <a:ext cx="648827" cy="546217"/>
            </a:xfrm>
            <a:custGeom>
              <a:avLst/>
              <a:gdLst>
                <a:gd name="csX0" fmla="*/ 0 w 3473584"/>
                <a:gd name="csY0" fmla="*/ 94300 h 942997"/>
                <a:gd name="csX1" fmla="*/ 94300 w 3473584"/>
                <a:gd name="csY1" fmla="*/ 0 h 942997"/>
                <a:gd name="csX2" fmla="*/ 3379284 w 3473584"/>
                <a:gd name="csY2" fmla="*/ 0 h 942997"/>
                <a:gd name="csX3" fmla="*/ 3473584 w 3473584"/>
                <a:gd name="csY3" fmla="*/ 94300 h 942997"/>
                <a:gd name="csX4" fmla="*/ 3473584 w 3473584"/>
                <a:gd name="csY4" fmla="*/ 848697 h 942997"/>
                <a:gd name="csX5" fmla="*/ 3379284 w 3473584"/>
                <a:gd name="csY5" fmla="*/ 942997 h 942997"/>
                <a:gd name="csX6" fmla="*/ 94300 w 3473584"/>
                <a:gd name="csY6" fmla="*/ 942997 h 942997"/>
                <a:gd name="csX7" fmla="*/ 0 w 3473584"/>
                <a:gd name="csY7" fmla="*/ 848697 h 942997"/>
                <a:gd name="csX8" fmla="*/ 0 w 3473584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3584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3379284" y="0"/>
                  </a:lnTo>
                  <a:cubicBezTo>
                    <a:pt x="3431364" y="0"/>
                    <a:pt x="3473584" y="42220"/>
                    <a:pt x="3473584" y="94300"/>
                  </a:cubicBezTo>
                  <a:lnTo>
                    <a:pt x="3473584" y="848697"/>
                  </a:lnTo>
                  <a:cubicBezTo>
                    <a:pt x="3473584" y="900777"/>
                    <a:pt x="3431364" y="942997"/>
                    <a:pt x="3379284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506" dirty="0"/>
                <a:t>KBC Radio 2.0</a:t>
              </a: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C8CDA9-6F10-BAE4-B4A7-FC54F2410A7E}"/>
                </a:ext>
              </a:extLst>
            </p:cNvPr>
            <p:cNvSpPr/>
            <p:nvPr/>
          </p:nvSpPr>
          <p:spPr>
            <a:xfrm>
              <a:off x="1590407" y="3283575"/>
              <a:ext cx="751895" cy="546217"/>
            </a:xfrm>
            <a:custGeom>
              <a:avLst/>
              <a:gdLst>
                <a:gd name="csX0" fmla="*/ 0 w 3473584"/>
                <a:gd name="csY0" fmla="*/ 94300 h 942997"/>
                <a:gd name="csX1" fmla="*/ 94300 w 3473584"/>
                <a:gd name="csY1" fmla="*/ 0 h 942997"/>
                <a:gd name="csX2" fmla="*/ 3379284 w 3473584"/>
                <a:gd name="csY2" fmla="*/ 0 h 942997"/>
                <a:gd name="csX3" fmla="*/ 3473584 w 3473584"/>
                <a:gd name="csY3" fmla="*/ 94300 h 942997"/>
                <a:gd name="csX4" fmla="*/ 3473584 w 3473584"/>
                <a:gd name="csY4" fmla="*/ 848697 h 942997"/>
                <a:gd name="csX5" fmla="*/ 3379284 w 3473584"/>
                <a:gd name="csY5" fmla="*/ 942997 h 942997"/>
                <a:gd name="csX6" fmla="*/ 94300 w 3473584"/>
                <a:gd name="csY6" fmla="*/ 942997 h 942997"/>
                <a:gd name="csX7" fmla="*/ 0 w 3473584"/>
                <a:gd name="csY7" fmla="*/ 848697 h 942997"/>
                <a:gd name="csX8" fmla="*/ 0 w 3473584"/>
                <a:gd name="csY8" fmla="*/ 94300 h 94299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3473584" h="942997">
                  <a:moveTo>
                    <a:pt x="0" y="94300"/>
                  </a:moveTo>
                  <a:cubicBezTo>
                    <a:pt x="0" y="42220"/>
                    <a:pt x="42220" y="0"/>
                    <a:pt x="94300" y="0"/>
                  </a:cubicBezTo>
                  <a:lnTo>
                    <a:pt x="3379284" y="0"/>
                  </a:lnTo>
                  <a:cubicBezTo>
                    <a:pt x="3431364" y="0"/>
                    <a:pt x="3473584" y="42220"/>
                    <a:pt x="3473584" y="94300"/>
                  </a:cubicBezTo>
                  <a:lnTo>
                    <a:pt x="3473584" y="848697"/>
                  </a:lnTo>
                  <a:cubicBezTo>
                    <a:pt x="3473584" y="900777"/>
                    <a:pt x="3431364" y="942997"/>
                    <a:pt x="3379284" y="942997"/>
                  </a:cubicBezTo>
                  <a:lnTo>
                    <a:pt x="94300" y="942997"/>
                  </a:lnTo>
                  <a:cubicBezTo>
                    <a:pt x="42220" y="942997"/>
                    <a:pt x="0" y="900777"/>
                    <a:pt x="0" y="848697"/>
                  </a:cubicBezTo>
                  <a:lnTo>
                    <a:pt x="0" y="94300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49826" tIns="49826" rIns="49826" bIns="49826" numCol="1" spcCol="1270" anchor="ctr" anchorCtr="0">
              <a:noAutofit/>
            </a:bodyPr>
            <a:lstStyle/>
            <a:p>
              <a:pPr algn="ctr" defTabSz="4000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506" dirty="0"/>
                <a:t>KBC Surf Studio</a:t>
              </a:r>
            </a:p>
          </p:txBody>
        </p:sp>
      </p:grpSp>
      <p:pic>
        <p:nvPicPr>
          <p:cNvPr id="40" name="Picture 39">
            <a:extLst>
              <a:ext uri="{FF2B5EF4-FFF2-40B4-BE49-F238E27FC236}">
                <a16:creationId xmlns:a16="http://schemas.microsoft.com/office/drawing/2014/main" id="{8370521C-69ED-79CD-E088-F2EE853F7746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8678" y="1448044"/>
            <a:ext cx="1854592" cy="647909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3AD4FBA-B3C8-5A7B-1F4B-99E889D655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0" y="557699"/>
            <a:ext cx="2465432" cy="1039418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08B71E72-8A5C-3414-11D4-92AB1B94E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678" y="706189"/>
            <a:ext cx="1846984" cy="63514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B2DDF61-DFD4-4875-E4A7-DB8E5EA28D0C}"/>
              </a:ext>
            </a:extLst>
          </p:cNvPr>
          <p:cNvSpPr/>
          <p:nvPr/>
        </p:nvSpPr>
        <p:spPr>
          <a:xfrm>
            <a:off x="617838" y="59429"/>
            <a:ext cx="3715732" cy="3618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 &amp; Grow`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11E0A-F119-1E4D-319C-FBF0CC7153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1423" y="5282415"/>
            <a:ext cx="4571999" cy="10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514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16CFCFC-AD24-7812-ACB3-2E789C1A4E9B}"/>
              </a:ext>
            </a:extLst>
          </p:cNvPr>
          <p:cNvSpPr txBox="1">
            <a:spLocks/>
          </p:cNvSpPr>
          <p:nvPr/>
        </p:nvSpPr>
        <p:spPr>
          <a:xfrm>
            <a:off x="216027" y="5825728"/>
            <a:ext cx="176165" cy="87440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57184">
              <a:defRPr/>
            </a:pPr>
            <a:fld id="{2EFEF571-C9B4-4D92-A7F7-315B894862A8}" type="slidenum">
              <a:rPr lang="en-US" sz="338" b="1">
                <a:solidFill>
                  <a:srgbClr val="000048"/>
                </a:solidFill>
                <a:latin typeface="Arial" panose="020B0604020202020204"/>
              </a:rPr>
              <a:pPr defTabSz="257184">
                <a:defRPr/>
              </a:pPr>
              <a:t>2</a:t>
            </a:fld>
            <a:endParaRPr lang="en-US" sz="338" b="1">
              <a:solidFill>
                <a:srgbClr val="000048"/>
              </a:solidFill>
              <a:latin typeface="Arial" panose="020B0604020202020204"/>
            </a:endParaRPr>
          </a:p>
        </p:txBody>
      </p:sp>
      <p:sp>
        <p:nvSpPr>
          <p:cNvPr id="4" name="Title 27">
            <a:extLst>
              <a:ext uri="{FF2B5EF4-FFF2-40B4-BE49-F238E27FC236}">
                <a16:creationId xmlns:a16="http://schemas.microsoft.com/office/drawing/2014/main" id="{B8390693-4B66-3BF6-9744-C3A74C464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881" y="3235249"/>
            <a:ext cx="4559713" cy="140295"/>
          </a:xfrm>
        </p:spPr>
        <p:txBody>
          <a:bodyPr/>
          <a:lstStyle/>
          <a:p>
            <a:pPr defTabSz="514368">
              <a:lnSpc>
                <a:spcPct val="90000"/>
              </a:lnSpc>
            </a:pPr>
            <a:r>
              <a:rPr lang="en-US" dirty="0">
                <a:solidFill>
                  <a:schemeClr val="tx2"/>
                </a:solidFill>
              </a:rPr>
              <a:t>Learning &amp; Development : </a:t>
            </a:r>
            <a:r>
              <a:rPr lang="en-US" b="0" dirty="0">
                <a:solidFill>
                  <a:schemeClr val="tx2"/>
                </a:solidFill>
              </a:rPr>
              <a:t>2025 Accolades and Awards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BB687E5-8058-ADBB-C417-60ED0311F36B}"/>
              </a:ext>
            </a:extLst>
          </p:cNvPr>
          <p:cNvSpPr txBox="1">
            <a:spLocks/>
          </p:cNvSpPr>
          <p:nvPr/>
        </p:nvSpPr>
        <p:spPr>
          <a:xfrm>
            <a:off x="341380" y="5831950"/>
            <a:ext cx="1158117" cy="81218"/>
          </a:xfrm>
          <a:prstGeom prst="rect">
            <a:avLst/>
          </a:prstGeom>
        </p:spPr>
        <p:txBody>
          <a:bodyPr lIns="38576" tIns="19288" rIns="38576" bIns="19288" anchor="b"/>
          <a:lstStyle>
            <a:defPPr>
              <a:defRPr lang="en-US"/>
            </a:defPPr>
            <a:lvl1pPr marL="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609585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257184">
              <a:defRPr/>
            </a:pPr>
            <a:r>
              <a:rPr lang="en-US" sz="338" dirty="0">
                <a:solidFill>
                  <a:srgbClr val="000048"/>
                </a:solidFill>
                <a:latin typeface="Arial" panose="020B0604020202020204"/>
              </a:rPr>
              <a:t>© 2026 Cognizant</a:t>
            </a: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3BD371-03EA-D6CF-CEEA-F993FA96A1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7" y="3481213"/>
            <a:ext cx="3857626" cy="220300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92605098"/>
      </p:ext>
    </p:extLst>
  </p:cSld>
  <p:clrMapOvr>
    <a:masterClrMapping/>
  </p:clrMapOvr>
  <p:transition spd="slow">
    <p:wip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_SLIDE_TYPE" val="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CognizantBoardPK">
  <a:themeElements>
    <a:clrScheme name="Cognizant Colors 2022">
      <a:dk1>
        <a:srgbClr val="000048"/>
      </a:dk1>
      <a:lt1>
        <a:srgbClr val="FFFFFF"/>
      </a:lt1>
      <a:dk2>
        <a:srgbClr val="000048"/>
      </a:dk2>
      <a:lt2>
        <a:srgbClr val="FFFFFF"/>
      </a:lt2>
      <a:accent1>
        <a:srgbClr val="2E308E"/>
      </a:accent1>
      <a:accent2>
        <a:srgbClr val="7373D8"/>
      </a:accent2>
      <a:accent3>
        <a:srgbClr val="2F78C4"/>
      </a:accent3>
      <a:accent4>
        <a:srgbClr val="92BBE6"/>
      </a:accent4>
      <a:accent5>
        <a:srgbClr val="06C7CC"/>
      </a:accent5>
      <a:accent6>
        <a:srgbClr val="26EFE9"/>
      </a:accent6>
      <a:hlink>
        <a:srgbClr val="535659"/>
      </a:hlink>
      <a:folHlink>
        <a:srgbClr val="97999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noAutofit/>
      </a:bodyPr>
      <a:lstStyle>
        <a:defPPr algn="l">
          <a:defRPr sz="1600" dirty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oard" id="{ADD68786-2C37-4688-89D3-DF42FB4E2343}" vid="{F611A3E6-5377-494F-BF7C-D5B3E0F14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82E523F321F04D946F6BB7F5954275" ma:contentTypeVersion="11" ma:contentTypeDescription="Create a new document." ma:contentTypeScope="" ma:versionID="78e24d1bbcfc32ba7e59410918d57915">
  <xsd:schema xmlns:xsd="http://www.w3.org/2001/XMLSchema" xmlns:xs="http://www.w3.org/2001/XMLSchema" xmlns:p="http://schemas.microsoft.com/office/2006/metadata/properties" xmlns:ns2="80972450-ee43-428f-b7d2-c1d1ba100a27" xmlns:ns3="35ef2b07-617e-49a7-930c-4baac868d75d" targetNamespace="http://schemas.microsoft.com/office/2006/metadata/properties" ma:root="true" ma:fieldsID="310aa8ac5172f438ea86ab0dee70cf74" ns2:_="" ns3:_="">
    <xsd:import namespace="80972450-ee43-428f-b7d2-c1d1ba100a27"/>
    <xsd:import namespace="35ef2b07-617e-49a7-930c-4baac868d75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972450-ee43-428f-b7d2-c1d1ba100a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4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ef2b07-617e-49a7-930c-4baac868d75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9AFA88-8710-4D61-B8EA-E1D3BAB716B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972450-ee43-428f-b7d2-c1d1ba100a27"/>
    <ds:schemaRef ds:uri="35ef2b07-617e-49a7-930c-4baac868d75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CB683CF-7DFD-4974-9672-9F63D2D5A3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421221-6257-44B8-A0C2-D26A1BFC5168}">
  <ds:schemaRefs>
    <ds:schemaRef ds:uri="http://www.w3.org/XML/1998/namespace"/>
    <ds:schemaRef ds:uri="80972450-ee43-428f-b7d2-c1d1ba100a27"/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purl.org/dc/terms/"/>
    <ds:schemaRef ds:uri="http://schemas.microsoft.com/office/infopath/2007/PartnerControls"/>
    <ds:schemaRef ds:uri="35ef2b07-617e-49a7-930c-4baac868d75d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12333</TotalTime>
  <Words>225</Words>
  <Application>Microsoft Office PowerPoint</Application>
  <PresentationFormat>On-screen Show (16:9)</PresentationFormat>
  <Paragraphs>23</Paragraphs>
  <Slides>2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Regular</vt:lpstr>
      <vt:lpstr>Calibri</vt:lpstr>
      <vt:lpstr>Cambria</vt:lpstr>
      <vt:lpstr>CognizantBoardPK</vt:lpstr>
      <vt:lpstr>think-cell Slide</vt:lpstr>
      <vt:lpstr>PowerPoint Presentation</vt:lpstr>
      <vt:lpstr>Learning &amp; Development : 2025 Accolades and Awards</vt:lpstr>
    </vt:vector>
  </TitlesOfParts>
  <Manager/>
  <Company>Cognizant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OCM CoE - Capabilities</dc:title>
  <dc:subject/>
  <dc:creator>Mohan, Vijay (Cognizant)</dc:creator>
  <cp:keywords/>
  <dc:description/>
  <cp:lastModifiedBy>Vadivel, Ganesh (Cognizant)</cp:lastModifiedBy>
  <cp:revision>7</cp:revision>
  <cp:lastPrinted>2020-02-12T20:07:34Z</cp:lastPrinted>
  <dcterms:created xsi:type="dcterms:W3CDTF">2018-08-01T04:55:58Z</dcterms:created>
  <dcterms:modified xsi:type="dcterms:W3CDTF">2026-09-28T10:22:55Z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0x0101002B82E523F321F04D946F6BB7F5954275</vt:lpwstr>
  </property>
  <property fmtid="{D5CDD505-2E9C-101B-9397-08002B2CF9AE}" pid="3" name="MediaServiceImageTags">
    <vt:lpwstr/>
  </property>
</Properties>
</file>